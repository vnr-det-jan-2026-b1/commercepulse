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62" r:id="rId4"/>
    <p:sldId id="257" r:id="rId5"/>
    <p:sldId id="264" r:id="rId6"/>
    <p:sldId id="260" r:id="rId7"/>
    <p:sldId id="258" r:id="rId8"/>
    <p:sldId id="265" r:id="rId9"/>
    <p:sldId id="259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1" autoAdjust="0"/>
    <p:restoredTop sz="94660"/>
  </p:normalViewPr>
  <p:slideViewPr>
    <p:cSldViewPr snapToGrid="0">
      <p:cViewPr varScale="1">
        <p:scale>
          <a:sx n="93" d="100"/>
          <a:sy n="93" d="100"/>
        </p:scale>
        <p:origin x="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01A5E-578C-BD64-D7A3-BD8C26CC6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080B1-5CF6-97E6-1CA8-D0B611559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A1E88-297A-95EB-35DE-1F319A224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7312-7B49-4998-A15E-82B05CC64FAE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32EB6-A167-3C8C-ED8C-E1E53DE06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167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536B1-A75F-4C43-5B83-0AE02B339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68BD0-1637-F952-FC82-793010598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26957-62CA-068C-44F8-9D86F2D73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7312-7B49-4998-A15E-82B05CC64FAE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9D98B-3427-BEFD-1F4B-889CC3993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698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C18A3-748C-B826-FC38-634D33F0F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001BD2-3582-7029-48DC-252F2E064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C1BF2-FD6E-33B0-723E-6F4CA4A9B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7312-7B49-4998-A15E-82B05CC64FAE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FFBA1-B6EC-9F0C-5FE5-DC2149FA1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973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9441-C40A-54C4-9323-0472151BE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3F300-FC1F-58A7-CAFC-225CC3B81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AB90-42EA-2F4A-8403-E6E396543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2C039B-B520-0E0F-D1B8-3B496FB20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7312-7B49-4998-A15E-82B05CC64FAE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D7A9C-0CD0-3160-00C0-81EA22AB4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416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E5C28-ED00-C1A7-BBC1-F34734312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2E007-3FA4-651C-1699-C630F4EBC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763CEB-26A1-4A5C-63D4-1A8AC9527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F75FA-7E06-2D2F-6859-D32D4074A5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07A7D7-98D5-2AD8-C102-C49B2FF745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771C5-AE78-B445-2AB2-12D3B233D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7312-7B49-4998-A15E-82B05CC64FAE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AB0569-0E51-291B-AC4E-61DE27134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227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7B801-9CAE-9CFD-AF5F-4AD5C40D8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99AA0C-ADBD-6D5F-117D-A6BBAD986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7312-7B49-4998-A15E-82B05CC64FAE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F91305-1BAD-6C3B-3113-E355F00DB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569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6F1008-2423-D61D-E144-C4FD23191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7312-7B49-4998-A15E-82B05CC64FAE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A59F64-307C-CD15-7A79-EE2FE7F78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158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A2266-DFE8-199E-CC29-7E59F511D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0E311-6D1F-9BAC-34BB-D7D93BDF8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EA088-AC3A-C227-CCF5-A8B59A8A9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92A754-A9A4-ED5F-20F4-014F57C04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7312-7B49-4998-A15E-82B05CC64FAE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C5DE3-9DB8-8451-E828-25AA02324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168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D6053-A0A5-D5E9-8CD6-50B16F56D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210070-6504-96B3-B8FB-516E3A125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D900C-A7AF-F1B7-98C8-7D417A5FA8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0DE7B-BCA7-6A71-E62C-75A0CB211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7312-7B49-4998-A15E-82B05CC64FAE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C8C66-8621-3480-88E1-34240B928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903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DC134-C17A-EC6B-983C-41BF7A5E3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3E31D2-BF7B-781F-0642-B373D2428C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E2A1B-94FC-F1BA-1A36-184C98E6D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7312-7B49-4998-A15E-82B05CC64FAE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FC402-B19C-9E1B-FF8C-A95D2B111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46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DDC52D-CEF3-5C29-DD5D-01A435B5C0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A7D997-7496-77DB-ECAB-D5687DEB63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1A680-31B4-CC5D-F788-768FA8797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7312-7B49-4998-A15E-82B05CC64FAE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7439D-E9F8-AC91-DD35-6A53423D4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1724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039841-BFD3-5CE5-016D-8BCB8B641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4FD22-1A78-DE7F-1876-8EC020A66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3D8EC-5196-5E0B-67C6-2896B06EFA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17312-7B49-4998-A15E-82B05CC64FAE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E1843-F8E6-0A41-B1D5-A933C640B7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123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6F84F-150E-C077-CEE1-9A1FC4B6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== NOTE ==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85D59-E1D9-2AD4-2992-129C3BB32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Use this deck as reference for the FLOW. </a:t>
            </a:r>
          </a:p>
          <a:p>
            <a:r>
              <a:rPr lang="en-US" dirty="0"/>
              <a:t>Max time per squad is 20 mins</a:t>
            </a:r>
          </a:p>
          <a:p>
            <a:r>
              <a:rPr lang="en-US" dirty="0"/>
              <a:t>You can style the look and feel as per your preference.</a:t>
            </a:r>
          </a:p>
          <a:p>
            <a:r>
              <a:rPr lang="en-US" dirty="0"/>
              <a:t>Final demo presentations will be recorded and shared with the batch.</a:t>
            </a:r>
          </a:p>
          <a:p>
            <a:endParaRPr lang="en-US" dirty="0"/>
          </a:p>
          <a:p>
            <a:r>
              <a:rPr lang="en-US" dirty="0"/>
              <a:t>NO local demo ( should be hosted on cloud, say Loveable, </a:t>
            </a:r>
            <a:r>
              <a:rPr lang="en-US" dirty="0" err="1"/>
              <a:t>Vercel</a:t>
            </a:r>
            <a:r>
              <a:rPr lang="en-US" dirty="0"/>
              <a:t>, etc.,. )</a:t>
            </a:r>
          </a:p>
          <a:p>
            <a:r>
              <a:rPr lang="en-US" dirty="0"/>
              <a:t>NO mock data ( the data set should be real one and served out of SQL/DB tables).</a:t>
            </a:r>
          </a:p>
          <a:p>
            <a:r>
              <a:rPr lang="en-US" dirty="0"/>
              <a:t>NO local code ( all code / scripts should be on the Git hub repo 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498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9853E-5637-94A5-4B11-2C75F8D3B1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Project Name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B44631-CABF-E810-9941-E0DA1D1A71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Squad Members</a:t>
            </a:r>
          </a:p>
        </p:txBody>
      </p:sp>
    </p:spTree>
    <p:extLst>
      <p:ext uri="{BB962C8B-B14F-4D97-AF65-F5344CB8AC3E}">
        <p14:creationId xmlns:p14="http://schemas.microsoft.com/office/powerpoint/2010/main" val="3458539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97D0A-5B3C-55FE-6056-C8021CA21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Exec summary / Hero scenario – Max 3 mins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B5E98-6EC3-F8F8-577D-DE7686BEE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And live demo …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b="1" dirty="0"/>
              <a:t>What is The Hero Scenario for Exec Demos:</a:t>
            </a:r>
          </a:p>
          <a:p>
            <a:pPr marL="0" indent="0">
              <a:buNone/>
            </a:pPr>
            <a:r>
              <a:rPr lang="en-US" dirty="0"/>
              <a:t>The Goal: Stop showing features; start selling the impact.</a:t>
            </a:r>
          </a:p>
          <a:p>
            <a:pPr marL="0" indent="0">
              <a:buNone/>
            </a:pPr>
            <a:r>
              <a:rPr lang="en-US" dirty="0"/>
              <a:t>The Hero: A specific user (e.g., "The VP of Sales").</a:t>
            </a:r>
          </a:p>
          <a:p>
            <a:pPr marL="0" indent="0">
              <a:buNone/>
            </a:pPr>
            <a:r>
              <a:rPr lang="en-US" dirty="0"/>
              <a:t>The Problem: A high-stakes issue (e.g., "Lost $1M in pipeline").</a:t>
            </a:r>
          </a:p>
          <a:p>
            <a:pPr marL="0" indent="0">
              <a:buNone/>
            </a:pPr>
            <a:r>
              <a:rPr lang="en-US" dirty="0"/>
              <a:t>The Rescue: Show the clicks that solves it (The "Aha!" moment).</a:t>
            </a:r>
          </a:p>
          <a:p>
            <a:pPr marL="0" indent="0">
              <a:buNone/>
            </a:pPr>
            <a:r>
              <a:rPr lang="en-US" dirty="0"/>
              <a:t>The Impact: Focus on the business result (ROI, risk reduction, or speed).</a:t>
            </a:r>
          </a:p>
          <a:p>
            <a:pPr marL="0" indent="0">
              <a:buNone/>
            </a:pPr>
            <a:r>
              <a:rPr lang="en-US" dirty="0"/>
              <a:t>The Golden Rule: Executives care about Outcomes, not Buttons or Technology. Reach the "Aha!" moment in like 3-5 clicks.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434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2A31D-9C06-FDC9-A6B4-F9EF8BC6A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</a:t>
            </a:r>
            <a:r>
              <a:rPr lang="en-IN" dirty="0" err="1"/>
              <a:t>Stmt</a:t>
            </a:r>
            <a:r>
              <a:rPr lang="en-IN" dirty="0"/>
              <a:t> and solution scope – Max 2min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8C650-C1E8-F185-9B41-849454C97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21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D90E6-49D9-B42B-B5A6-ABCCAC840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72E8C-2720-B1EB-325B-5BF4AFB1D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set used – Max 3 min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CDE71-3122-3468-BE36-6CF54E94D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36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73069-865B-F0F9-4BCA-9A6B7F4E1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Engineering approach – Max 5 min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F69D7-E25E-8DDD-85EC-1DF45F607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783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68378-ED62-DDC1-A15F-B09AAE4EF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 Stack / Frameworks used – Max 2 mins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73CB1-F8AF-A173-CF8E-0543200A7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009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CFB33-40B4-A1C5-7BED-2DDCAB131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B5065-2B62-A4AD-7DB4-720687C2A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 &amp; A – Max 5 mins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1A481-443D-B4DE-95AA-0308B8E0F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450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51779-5550-CA6A-FC65-69413489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663AC-6917-0B61-381D-4323732DC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Demo recording – </a:t>
            </a:r>
          </a:p>
          <a:p>
            <a:r>
              <a:rPr lang="en-IN" dirty="0"/>
              <a:t>Git Hub code –</a:t>
            </a:r>
          </a:p>
          <a:p>
            <a:r>
              <a:rPr lang="en-IN" dirty="0"/>
              <a:t>Public url –</a:t>
            </a:r>
          </a:p>
          <a:p>
            <a:r>
              <a:rPr lang="en-IN" dirty="0"/>
              <a:t>Data set source links -</a:t>
            </a:r>
          </a:p>
        </p:txBody>
      </p:sp>
    </p:spTree>
    <p:extLst>
      <p:ext uri="{BB962C8B-B14F-4D97-AF65-F5344CB8AC3E}">
        <p14:creationId xmlns:p14="http://schemas.microsoft.com/office/powerpoint/2010/main" val="734791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5D1B5-4975-66D7-5411-FA8F7229B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Squad members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CA64C91-A2E5-26D7-4B9D-32A80A7FF9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6515651"/>
              </p:ext>
            </p:extLst>
          </p:nvPr>
        </p:nvGraphicFramePr>
        <p:xfrm>
          <a:off x="838200" y="1825625"/>
          <a:ext cx="10515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48680608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8496206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9302045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860451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Roll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Git Hub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Key contribution(s) made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710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95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001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2964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875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99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485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117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415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5617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297</Words>
  <Application>Microsoft Office PowerPoint</Application>
  <PresentationFormat>Widescreen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== NOTE ==</vt:lpstr>
      <vt:lpstr>Project Name</vt:lpstr>
      <vt:lpstr>Exec summary / Hero scenario – Max 3 mins</vt:lpstr>
      <vt:lpstr>Problem Stmt and solution scope – Max 2min</vt:lpstr>
      <vt:lpstr>Data set used – Max 3 min</vt:lpstr>
      <vt:lpstr>Data Engineering approach – Max 5 min</vt:lpstr>
      <vt:lpstr>Tech Stack / Frameworks used – Max 2 mins</vt:lpstr>
      <vt:lpstr>Q &amp; A – Max 5 mins</vt:lpstr>
      <vt:lpstr>Key links</vt:lpstr>
      <vt:lpstr>Squad members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Vamsi Krishna Katakam</dc:creator>
  <cp:lastModifiedBy>Vamsi Krishna Katakam</cp:lastModifiedBy>
  <cp:revision>7</cp:revision>
  <dcterms:created xsi:type="dcterms:W3CDTF">2026-04-22T12:12:33Z</dcterms:created>
  <dcterms:modified xsi:type="dcterms:W3CDTF">2026-04-23T06:12:38Z</dcterms:modified>
</cp:coreProperties>
</file>